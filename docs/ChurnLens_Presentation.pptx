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ChurnLens: Customer Risk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Predictive Analytics &amp; NLP Review Integrity Dashboard</a:t>
            </a:r>
          </a:p>
          <a:p>
            <a:r>
              <a:t>Generated automatically from the Data Engineering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ChurnLens is an end-to-end Machine Learning pipeline that predicts customer churn and evaluates review integrity.</a:t>
            </a:r>
          </a:p>
          <a:p>
            <a:pPr lvl="1"/>
            <a:r>
              <a:t>1. Data Engineering: 100k+ rows merged and cleaned.</a:t>
            </a:r>
          </a:p>
          <a:p>
            <a:pPr lvl="1"/>
            <a:r>
              <a:t>2. Feature Engineering: RFM metrics (Recency, Frequency, Monetary) extracted.</a:t>
            </a:r>
          </a:p>
          <a:p>
            <a:pPr lvl="1"/>
            <a:r>
              <a:t>3. Predictive Modeling: XGBoost model handles imbalanced churn data using SMOTE.</a:t>
            </a:r>
          </a:p>
          <a:p>
            <a:pPr lvl="1"/>
            <a:r>
              <a:t>4. NLP Integrity: VADER + TF-IDF Logistic Regression detects mismatching reviews.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 Churn Prediction Performance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Drivers of Customer Churn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NLP Review Integrity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Model successfully identifies cases where the text sentiment contradicts the 5-star or 1-star rating.</a:t>
            </a:r>
          </a:p>
        </p:txBody>
      </p:sp>
      <p:pic>
        <p:nvPicPr>
          <p:cNvPr id="4" name="Picture 3" descr="nlp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2860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Customer Risk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Final Ensembled Risk Score combining XGBoost Churn Probability and NLP Integrity anomalies.</a:t>
            </a:r>
          </a:p>
        </p:txBody>
      </p:sp>
      <p:pic>
        <p:nvPicPr>
          <p:cNvPr id="4" name="Picture 3" descr="risk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86000"/>
            <a:ext cx="6400800" cy="213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